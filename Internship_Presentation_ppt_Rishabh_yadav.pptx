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272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D4B"/>
                </a:solidFill>
              </a:defRPr>
            </a:pPr>
            <a:r>
              <a:t>IILM UNIVERSITY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626C"/>
                </a:solidFill>
              </a:defRPr>
            </a:pPr>
            <a:r>
              <a:t>School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2880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D5F91"/>
                </a:solidFill>
              </a:defRPr>
            </a:pPr>
            <a:r>
              <a:t>ARTIFICIAL INTELLIGENCE</a:t>
            </a:r>
            <a:br/>
            <a:r>
              <a:t>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154680"/>
            <a:ext cx="4785092" cy="18876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5A626C"/>
                </a:solidFill>
              </a:defRPr>
            </a:pPr>
            <a:r>
              <a:rPr dirty="0"/>
              <a:t>Student Name: </a:t>
            </a:r>
            <a:r>
              <a:rPr lang="en-US" dirty="0"/>
              <a:t>Rishabh Yadav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5A626C"/>
                </a:solidFill>
              </a:defRPr>
            </a:pPr>
            <a:r>
              <a:rPr dirty="0"/>
              <a:t>Enrollment / Roll No.: 25SCS100300</a:t>
            </a:r>
            <a:r>
              <a:rPr lang="en-US" dirty="0"/>
              <a:t>4632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5A626C"/>
                </a:solidFill>
              </a:defRPr>
            </a:pPr>
            <a:r>
              <a:rPr dirty="0"/>
              <a:t>Program &amp; Semester: </a:t>
            </a:r>
            <a:r>
              <a:rPr dirty="0" err="1"/>
              <a:t>B.Tech</a:t>
            </a:r>
            <a:r>
              <a:rPr dirty="0"/>
              <a:t> CSE — 3rd Semester</a:t>
            </a:r>
          </a:p>
          <a:p>
            <a:pPr>
              <a:spcAft>
                <a:spcPts val="800"/>
              </a:spcAft>
              <a:defRPr sz="1800">
                <a:solidFill>
                  <a:srgbClr val="5A626C"/>
                </a:solidFill>
              </a:defRPr>
            </a:pPr>
            <a:r>
              <a:rPr dirty="0"/>
              <a:t>Batch: 2CSE</a:t>
            </a:r>
            <a:r>
              <a:rPr lang="en-US" dirty="0"/>
              <a:t>6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5A626C"/>
                </a:solidFill>
              </a:defRPr>
            </a:pPr>
            <a:r>
              <a:rPr dirty="0"/>
              <a:t>Organization Name: </a:t>
            </a:r>
            <a:r>
              <a:rPr dirty="0" err="1"/>
              <a:t>DecodeLabs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Internship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Virtual Internship Program in Artificial Intelligence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Organization: DecodeLabs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Duration: August 01, 2026 – September 01, 2026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Certificate issued: September 02, 2026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Three progressive projects: chatbot, classification and 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Organization Profile — DecodeLabs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Provided the Virtual Internship Program in Artificial Intelligence.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Practical learning pathway focused on foundational AI engineering skills.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Progression: Foundation → Prediction → Personalization.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Emphasized experimentation, interpreting outputs and improving solutions.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Training material identifies the organization’s location as Greater Lucknow, India.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Internship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Develop a simple rule-based chatbot using decision logic.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Understand the supervised-learning workflow through a classification dataset.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Apply train-test splitting, feature scaling and model validation.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Build preference-based recommendation logic using similarity.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Develop practical AI problem-solving and algorithmic thinking skills.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Projects Completed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3566160" cy="384048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D4B"/>
                </a:solidFill>
              </a:defRPr>
            </a:pPr>
            <a:r>
              <a:t>Project 1 — Rule-Based AI Chatbot</a:t>
            </a:r>
          </a:p>
          <a:p>
            <a:pPr>
              <a:defRPr sz="1300">
                <a:solidFill>
                  <a:srgbClr val="5A626C"/>
                </a:solidFill>
              </a:defRPr>
            </a:pPr>
            <a:r>
              <a:t>Predefined inputs</a:t>
            </a:r>
            <a:br/>
            <a:r>
              <a:t>Input sanitization</a:t>
            </a:r>
            <a:br/>
            <a:r>
              <a:t>If-else logic</a:t>
            </a:r>
            <a:br/>
            <a:r>
              <a:t>Dictionary/hash-map lookup</a:t>
            </a:r>
            <a:br/>
            <a:r>
              <a:t>Continuous interaction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15968" y="1280160"/>
            <a:ext cx="3566160" cy="384048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D4B"/>
                </a:solidFill>
              </a:defRPr>
            </a:pPr>
            <a:r>
              <a:t>Project 2 — Data Classification</a:t>
            </a:r>
          </a:p>
          <a:p>
            <a:pPr>
              <a:defRPr sz="1300">
                <a:solidFill>
                  <a:srgbClr val="5A626C"/>
                </a:solidFill>
              </a:defRPr>
            </a:pPr>
            <a:r>
              <a:t>Iris benchmark dataset</a:t>
            </a:r>
            <a:br/>
            <a:r>
              <a:t>Feature scaling</a:t>
            </a:r>
            <a:br/>
            <a:r>
              <a:t>Train-test split</a:t>
            </a:r>
            <a:br/>
            <a:r>
              <a:t>K-Nearest Neighbors (KNN)</a:t>
            </a:r>
            <a:br/>
            <a:r>
              <a:t>Confusion matrix &amp; F1-score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37575" y="1280160"/>
            <a:ext cx="3566160" cy="384048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D4B"/>
                </a:solidFill>
              </a:defRPr>
            </a:pPr>
            <a:r>
              <a:t>Project 3 — AI Recommendation</a:t>
            </a:r>
          </a:p>
          <a:p>
            <a:pPr>
              <a:defRPr sz="1300">
                <a:solidFill>
                  <a:srgbClr val="5A626C"/>
                </a:solidFill>
              </a:defRPr>
            </a:pPr>
            <a:r>
              <a:t>User/item attributes</a:t>
            </a:r>
            <a:br/>
            <a:r>
              <a:t>TF-IDF vectors</a:t>
            </a:r>
            <a:br/>
            <a:r>
              <a:t>Cosine similarity</a:t>
            </a:r>
            <a:br/>
            <a:r>
              <a:t>Ranking &amp; filtering</a:t>
            </a:r>
            <a:br/>
            <a:r>
              <a:t>Tech Stack Recommender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5A626C"/>
                </a:solidFill>
              </a:defRPr>
            </a:pPr>
            <a:r>
              <a:t>• Project 1: Input → sanitize → match rules → retrieve response → continue/exit.</a:t>
            </a:r>
          </a:p>
          <a:p>
            <a:pPr>
              <a:spcAft>
                <a:spcPts val="1300"/>
              </a:spcAft>
              <a:defRPr sz="1800">
                <a:solidFill>
                  <a:srgbClr val="5A626C"/>
                </a:solidFill>
              </a:defRPr>
            </a:pPr>
            <a:r>
              <a:t>• Project 2: Load data → scale features → split data → train KNN → predict → validate.</a:t>
            </a:r>
          </a:p>
          <a:p>
            <a:pPr>
              <a:spcAft>
                <a:spcPts val="1300"/>
              </a:spcAft>
              <a:defRPr sz="1800">
                <a:solidFill>
                  <a:srgbClr val="5A626C"/>
                </a:solidFill>
              </a:defRPr>
            </a:pPr>
            <a:r>
              <a:t>• Project 3: Collect preferences → create TF-IDF vectors → calculate cosine similarity → rank → filter recommendations.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Technologies &amp; Concepts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D4B"/>
                </a:solidFill>
              </a:defRPr>
            </a:pPr>
            <a:r>
              <a:t>Logic &amp; Control Flow</a:t>
            </a:r>
          </a:p>
          <a:p>
            <a:pPr>
              <a:defRPr sz="1300">
                <a:solidFill>
                  <a:srgbClr val="5A626C"/>
                </a:solidFill>
              </a:defRPr>
            </a:pPr>
            <a:r>
              <a:t>Conditional logic, loops, input sanitization, dictionary lookup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D4B"/>
                </a:solidFill>
              </a:defRPr>
            </a:pPr>
            <a:r>
              <a:t>Machine Learning</a:t>
            </a:r>
          </a:p>
          <a:p>
            <a:pPr>
              <a:defRPr sz="1300">
                <a:solidFill>
                  <a:srgbClr val="5A626C"/>
                </a:solidFill>
              </a:defRPr>
            </a:pPr>
            <a:r>
              <a:t>Train-test split, feature scaling, KNN, prediction,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280160"/>
            <a:ext cx="3383280" cy="182880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D4B"/>
                </a:solidFill>
              </a:defRPr>
            </a:pPr>
            <a:r>
              <a:t>Recommendation</a:t>
            </a:r>
          </a:p>
          <a:p>
            <a:pPr>
              <a:defRPr sz="1300">
                <a:solidFill>
                  <a:srgbClr val="5A626C"/>
                </a:solidFill>
              </a:defRPr>
            </a:pPr>
            <a:r>
              <a:t>TF-IDF, cosine similarity, ranking and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657600"/>
            <a:ext cx="338328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D4B"/>
                </a:solidFill>
              </a:defRPr>
            </a:pPr>
            <a:r>
              <a:t>Dataset</a:t>
            </a:r>
          </a:p>
          <a:p>
            <a:pPr>
              <a:defRPr sz="1300">
                <a:solidFill>
                  <a:srgbClr val="5A626C"/>
                </a:solidFill>
              </a:defRPr>
            </a:pPr>
            <a:r>
              <a:t>Iris benchmark dataset and user/item attributes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3383280" cy="1554480"/>
          </a:xfrm>
          <a:prstGeom prst="roundRect">
            <a:avLst/>
          </a:prstGeom>
          <a:solidFill>
            <a:srgbClr val="F2F5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D4B"/>
                </a:solidFill>
              </a:defRPr>
            </a:pPr>
            <a:r>
              <a:t>Evaluation</a:t>
            </a:r>
          </a:p>
          <a:p>
            <a:pPr>
              <a:defRPr sz="1300">
                <a:solidFill>
                  <a:srgbClr val="5A626C"/>
                </a:solidFill>
              </a:defRPr>
            </a:pPr>
            <a:r>
              <a:t>Confusion matrix and F1-score-oriented evaluation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Understanding of deterministic, data-driven and similarity-based AI approaches.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Practical exposure to data preparation and supervised classification.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Understanding of KNN prediction and model validation.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Understanding of content-based recommendation using TF-IDF and cosine similarity.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Improved ability to break AI problems into input, processing and output stages.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AI solutions can progress from simple rules to learning-based and similarity-based methods.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Data preparation and validation are essential parts of an AI workflow.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Similarity and ranking can be used to personalize recommendations.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Hands-on experimentation improves understanding of AI system behavior.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The internship provides a foundation for future advanced AI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D4B"/>
                </a:solidFill>
              </a:defRPr>
            </a:pPr>
            <a:r>
              <a:t>Completion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Successfully completed the DecodeLabs Virtual Internship Program in Artificial Intelligence.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Certificate / Student ID: AI087758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Internship period: August 01, 2026 – September 01, 2026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Gained practical exposure to chatbot logic, classification and recommendation systems.</a:t>
            </a:r>
          </a:p>
          <a:p>
            <a:pPr>
              <a:spcAft>
                <a:spcPts val="1300"/>
              </a:spcAft>
              <a:defRPr sz="1900">
                <a:solidFill>
                  <a:srgbClr val="5A626C"/>
                </a:solidFill>
              </a:defRPr>
            </a:pPr>
            <a:r>
              <a:t>• 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1908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26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562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Rishabh Yadav</cp:lastModifiedBy>
  <cp:revision>2</cp:revision>
  <dcterms:created xsi:type="dcterms:W3CDTF">2013-01-27T09:14:16Z</dcterms:created>
  <dcterms:modified xsi:type="dcterms:W3CDTF">2026-09-09T17:01:19Z</dcterms:modified>
  <cp:category/>
</cp:coreProperties>
</file>